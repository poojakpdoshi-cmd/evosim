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25603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LIFE &amp; GENETIC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EvoSim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Evolutionary Ecosystem in the Browser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simulation where autonomous digital creatures with microscopic neural networks evolve survival strategies through natural selection — zero scripted behaviors.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2834640" cy="109728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74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Neural Nets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937760"/>
            <a:ext cx="2834640" cy="109728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5074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0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Client-Side 60FPS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4937760"/>
            <a:ext cx="2834640" cy="109728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5074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Darwinian Selection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Concept: A Living Digital Terrarium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TERRARIUM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programming bots with hardcoded 'if-else' rules, EvoSim creates a sandbox of artificial life.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Organisms swim through a 2D physics ecosystem.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They constantly expend energy by moving.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Eating food replenishes energy and enables reproduction.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Starvation leads to death and removal from the gene pool.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303520" cy="214884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UNPROGRAMMED BEHAVIOR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tells the creature 'turn toward the food'. Generation 1 is born with totally random brain weights and moves in chaotic circles. Intelligent behavior is purely discovered through evolutionary pressure.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886200"/>
            <a:ext cx="5303520" cy="214884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160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COMPLEXITY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5262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time, complex strategies naturally emerge: vision-guided chasing, gliding to conserve energy, corner foraging, and flocking behaviors to out-compete rivals for limited food reserves.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Organism Anatomy: Sensors, Brain &amp; Muscles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SENSORY INPUTS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Raycast Vision: 5–7 sensory whiskers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Distance to nearest food dot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Angle to food relative to heading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Wall proximity &amp; barrier detection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Internal state: Current energy 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29184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NEURAL BRAIN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Feed-Forward Neural Network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Layer: 6 sensory neurons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Layer: 8 dense neurons (Tanh)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 Layer: 2 motor command neurons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DNA = Array of synaptic weights &amp; biases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1463040"/>
            <a:ext cx="329184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MOTOR OUTPUTS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Steering Velocity: Turn Left / Right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Thrust Acceleration: Forward speed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Energy Cost: Fast bursts consume more energy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Inertia: Realistic physics &amp; momentum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drag &amp; water friction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SELECTION IN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Evolutionary Timeline: From Chaos to Smarts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0:00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1: RANDOM CHAOS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Creatures spawn with random synaptic weights. They spin wildly, crash into arena borders, fail to notice food right next to them, and 95% quickly starve.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46888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2:30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10: ACCIDENTAL WINNERS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creatures happened to have forward-moving bias. They bumped into food, survived longer, and produced offspring with slight random DNA mutations.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46888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6:00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30: TARGETED HUNTING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65176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Whiskers are now connected to steering motors. The moment a green food dot triggers a sensor, the creature immediately aligns its trajectory and accelerates.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463040"/>
            <a:ext cx="246888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12:00+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6968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60+: HYPER-EFFICIENT ALPHAS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265176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Creatures master energy conservation: coasting when food is scarce, sharp braking at food clusters, and avoiding arena corners where they might get trapped.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Experience: You are the Ecosystem 'God'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Live Neural X-Ray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organism to pause or inspect it. Watch its neural nodes light up in real-time as signals travel from its eyes to its steering fins.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029200" cy="201168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🌪️ Climatic Catastrophes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evolutionary resilience! Trigger an 'Ice Age' (higher movement cost), 'Drought' (food famine), or 'Radiation Spike' (hyper-mutation rates).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201168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Population Analytics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charts tracking average lifespan, swimming speed, neural density, and food consumption efficiency across all generations.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201168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DNA Export &amp; Import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smartest creature's neural weights as a JSON file. Share your champion organism with others or pit two evolved species against each other!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PORTFOLIO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EvoSim is an Elite GitHub Portfolio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Expensive Dependencies: Pure JavaScript / HTML5 Canvas rendering at 60 FPS.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Lightweight Neural Engine: Matrix math written from scratch for maximum speed &amp; clarity.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Hash Grid: Optimized collision detection allowing 300+ simultaneous creatures without lag.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Cloud/API Bills: Runs completely offline in any web browser.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303520" cy="4572000"/>
          </a:xfrm>
          <a:prstGeom prst="rect">
            <a:avLst/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WOW FACTOR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Not another boring CRUD app or generic API wrapper: Demonstrates deep algorithmic and mathematical competence.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Instant Live Demo: Anyone opening your GitHub Pages link sees the living ecosystem immediately.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Highly Shareable: People love watching evolution simulations on Twitter/Reddit; high potential for GitHub stars.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Interdisciplinary: Combines AI, evolutionary biology, graphics programming, and UI design.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2026-10-14T14:06:05Z</dcterms:created>
  <dcterms:modified xsi:type="dcterms:W3CDTF">2026-10-14T14:06:05Z</dcterms:modified>
</cp:coreProperties>
</file>